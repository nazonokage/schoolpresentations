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95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12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&amp; 3 QUIZ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Handheld &amp; Wearable Devices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Touch User Interfaces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 |  28 Points Possible  |  Multiple Choice · True/False · Identification · Essay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12B4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285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Items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52120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12B45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5285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337560" y="5760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52120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12B45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5285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852160" y="5760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assessing knowledge of touch technologies and portable device evolution.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7F6F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206563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05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Multiple Choice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1–10 · Core concepts on touch technology &amp; devices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92640" y="16916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7F6F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11810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3272638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True or False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0200" y="34015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11–15 · Statement evaluation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692640" y="2898648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pts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7F6F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325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47964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245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Identification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460857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16–18 · Name the term or technology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692640" y="4105656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pts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7F6F5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532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568665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43153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Short Essay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00200" y="581558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questions · 3–5 sentence responses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692640" y="5312664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pts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MULTIPLE CHOICE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1–4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of the following BEST defines a technological device?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07008" y="2276856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Any electronic device with a screen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Any computing system, cellular phone, smartphone, digital camera, or specialized electronic architecture engineered to create, store, or transmit information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Only smartphones and tablets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Devices that can only connect to the internet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3679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33679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3056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primary difference between a GUI and a Touch User Interface (TUI)?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30568" y="2276856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GUI is older than TUI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GUI relies primarily on sight, while TUI relies on the sense of touch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TUI is more expensive than GUI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GUI can only be used on desktop computers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" y="42793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07008" y="422452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technology uses an invisible grid of ultrasonic wave transducers along the panel edges?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07008" y="479145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Resistive Touchscreen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Surface Capacitive Touchscreen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Surface Acoustic Wave (SAW) Touchscreen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Infrared Touchscreen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2200" y="411480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36792" y="42793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336792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30568" y="422452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was the significant mainstream market milestone for touch interfaces in 2007?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30568" y="479145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invention of the first touchscreen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launch of Microsoft Surface and Apple iPhone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development of gesture recognition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creation of Braille input systems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1/3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MULTIPLE CHOICE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5–8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technology provides the HIGHEST image clarity and light transmission?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07008" y="209397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Wire Resistive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Surface Capacitive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Projected Capacitive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Infrared (IR) Touchscreen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3679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33679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3056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is the primary disadvantage of Surface Capacitive touchscreens?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30568" y="209397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Low image clarity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Can only be activated by human skin contact or a specialized electrical stylus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Highly vulnerable to scratches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Cannot support multi-touch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232" y="42793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07008" y="422452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Which design consideration states the interface should feel like a natural extension of the body?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07008" y="479145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Size Factor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Natural Experience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Extension of the Body (Wigdor &amp; Wixon, 2011)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Immediate Feedback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4114800"/>
            <a:ext cx="5440680" cy="2514600"/>
          </a:xfrm>
          <a:prstGeom prst="roundRect">
            <a:avLst>
              <a:gd name="adj" fmla="val 2545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36792" y="42793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336792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30568" y="422452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"Crossing-in" interaction technique?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30568" y="4791456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Tapping an item briefly to select it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Selecting a target by dragging across or crossing it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Using multiple fingers simultaneously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Swiping in any direction on the screen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2/3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MULTIPLE CHOICE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9–10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According to the historical timeline, what development occurred around 2005 in handheld devices?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07008" y="2771192"/>
            <a:ext cx="4617720" cy="3026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First portable voice transceivers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Proliferation of GPRS/3G networks and high-resolution displays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Introduction of capacitive touchscreens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Development of wearable devices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72200" y="1417320"/>
            <a:ext cx="5440680" cy="4480560"/>
          </a:xfrm>
          <a:prstGeom prst="roundRect">
            <a:avLst>
              <a:gd name="adj" fmla="val 1429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36792" y="1581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33679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30568" y="152704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Which wearable technology involves garments woven with built-in biometric circuitry?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30568" y="2642616"/>
            <a:ext cx="4617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Smart Jewelry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Fitness Trackers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Smart Clothing &amp; Tech Textiles</a:t>
            </a:r>
            <a:endParaRPr lang="en-US" sz="2000" dirty="0">
              <a:solidFill>
                <a:schemeClr val="tx2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AI Hearing Aids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3/3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TRUE OR FALSE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11–15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TRUE if the statement is correct and FALSE if incorrect.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9110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11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6916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Resistive touchscreens can be activated with virtually any input object — bare fingers, styluses, gloved hands, and pens.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8529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263347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Projected Capacitive touchscreens are resistant to Electro-Magnetic Interference (EMI) and Radio Frequency Interference (RFI).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575304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80160" y="3575304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Personal Digital Assistants (PDAs) have been universally displaced by smartphones based on Android and iOS platforms.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517136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" y="47365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80160" y="4517136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Directional gesturing requires predefined target selection spaces to function properly.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545896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ln/>
        </p:spPr>
      </p:sp>
      <p:sp>
        <p:nvSpPr>
          <p:cNvPr id="24" name="Shape 21"/>
          <p:cNvSpPr/>
          <p:nvPr/>
        </p:nvSpPr>
        <p:spPr>
          <a:xfrm>
            <a:off x="731520" y="56784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678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80160" y="545896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Infrared touchscreens can be activated with hard items like plastic pens or credit cards.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IDENTIFICATION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16–18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term being described.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828800"/>
            <a:ext cx="8869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glass base panel and film screen layer, each covered with a thin metallic layer separated by a narrow space. Touch pressure forces the layers to make contact, changing the voltage flow to locate the touch point.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____________________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64408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63040" y="3401568"/>
            <a:ext cx="8869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core interaction technique involves choosing a digital item by briefly touching it and is considered the most common gesture technique.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63040" y="4224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____________________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837176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50200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63040" y="4974336"/>
            <a:ext cx="8869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wireless, fully portable personal computer featuring an expansive touch-screen interface, fitting a niche between smartphones and laptops.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63040" y="57972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____________________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SHORT ESSAY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3–5 sentences each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2377440"/>
          </a:xfrm>
          <a:prstGeom prst="roundRect">
            <a:avLst>
              <a:gd name="adj" fmla="val 2692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276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175839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 1  ·  5 points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21488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contrast Wire Resistive and Surface Capacitive touchscreens. Include at least two advantages and two disadvantages of each technology in your response.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977640"/>
            <a:ext cx="11064240" cy="2377440"/>
          </a:xfrm>
          <a:prstGeom prst="roundRect">
            <a:avLst>
              <a:gd name="adj" fmla="val 2692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4187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31871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 2  ·  5 points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68680" y="470916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evolution of handheld devices from 1985 to the modern era. Describe at least three key technological milestones and explain how they contributed to today's personal computing devices.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114800" cy="4114800"/>
          </a:xfrm>
          <a:prstGeom prst="ellipse">
            <a:avLst/>
          </a:prstGeom>
          <a:solidFill>
            <a:srgbClr val="112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21488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46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· True/False · Identification · Essay Rubric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· PART 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(1–10)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728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278892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88920" y="1728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8892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02920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1728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726948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69480" y="1728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6948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9509760" y="1600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509760" y="1728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0976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21" name="Shape 18"/>
          <p:cNvSpPr/>
          <p:nvPr/>
        </p:nvSpPr>
        <p:spPr>
          <a:xfrm>
            <a:off x="548640" y="3154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2788920" y="3154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788920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78892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27" name="Shape 24"/>
          <p:cNvSpPr/>
          <p:nvPr/>
        </p:nvSpPr>
        <p:spPr>
          <a:xfrm>
            <a:off x="5029200" y="3154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29200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30" name="Shape 27"/>
          <p:cNvSpPr/>
          <p:nvPr/>
        </p:nvSpPr>
        <p:spPr>
          <a:xfrm>
            <a:off x="7269480" y="3154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269480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6948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9509760" y="315468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509760" y="3282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509760" y="35204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36" name="Text 3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MC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· PARTS II &amp; III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True/False &amp; Identification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TRUE OR FALSE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78308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14600" y="178308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62432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2624328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14600" y="262432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susceptible to EMI/RFI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465576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3465576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14600" y="3465576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306824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306824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4306824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514600" y="4306824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strict requirement for predefined spaces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148072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514807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80160" y="5148072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4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514600" y="514807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will not activate with hard items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037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IDENTIFICATION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03720" y="1783080"/>
            <a:ext cx="470916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29" name="Text 26"/>
          <p:cNvSpPr/>
          <p:nvPr/>
        </p:nvSpPr>
        <p:spPr>
          <a:xfrm>
            <a:off x="7040880" y="17830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680960" y="1783080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Resistive Touchscreen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03720" y="2624328"/>
            <a:ext cx="470916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32" name="Text 29"/>
          <p:cNvSpPr/>
          <p:nvPr/>
        </p:nvSpPr>
        <p:spPr>
          <a:xfrm>
            <a:off x="7040880" y="262432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680960" y="2624328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903720" y="3465576"/>
            <a:ext cx="4709160" cy="749808"/>
          </a:xfrm>
          <a:prstGeom prst="roundRect">
            <a:avLst>
              <a:gd name="adj" fmla="val 7317"/>
            </a:avLst>
          </a:prstGeom>
          <a:solidFill>
            <a:srgbClr val="E7F6F5"/>
          </a:solidFill>
          <a:ln/>
        </p:spPr>
      </p:sp>
      <p:sp>
        <p:nvSpPr>
          <p:cNvPr id="35" name="Text 32"/>
          <p:cNvSpPr/>
          <p:nvPr/>
        </p:nvSpPr>
        <p:spPr>
          <a:xfrm>
            <a:off x="7040880" y="3465576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680960" y="3465576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T/F &amp; ID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" cy="384048"/>
          </a:xfrm>
          <a:prstGeom prst="ellipse">
            <a:avLst/>
          </a:prstGeom>
          <a:solidFill>
            <a:srgbClr val="E7F6F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65612"/>
            <a:ext cx="184343" cy="184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· PART IV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Essay Grading Rubric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4800600"/>
          </a:xfrm>
          <a:prstGeom prst="roundRect">
            <a:avLst>
              <a:gd name="adj" fmla="val 1524"/>
            </a:avLst>
          </a:prstGeom>
          <a:solidFill>
            <a:srgbClr val="E7F6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1 · 5 points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Clear comparison statement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 — Two advantages listed per technology (4 total possible)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Two disadvantages listed per technology (4 total possible)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points for incomplete or incorrect information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4800600"/>
          </a:xfrm>
          <a:prstGeom prst="roundRect">
            <a:avLst>
              <a:gd name="adj" fmla="val 1524"/>
            </a:avLst>
          </a:prstGeom>
          <a:solidFill>
            <a:srgbClr val="E7F6F5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2 · 5 points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0574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Describes 1985–1995 era (Genesis of Portability)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Describes 2000 era (Convergence Threshold)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Describes 2005 era (High-Speed Infrastructure Expansion)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Describes 2009+ era (Modern Smartphone Matrix)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— Explains how developments contributed to modern computing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Essay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2 · Module 2 &amp;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12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2801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15179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77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 Possible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27432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Objective Points  +  10 Essay Points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1248</Words>
  <Application>Microsoft Office PowerPoint</Application>
  <PresentationFormat>Widescreen</PresentationFormat>
  <Paragraphs>217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2 - Module 2 &amp; 3 Quiz</dc:title>
  <dc:subject>PptxGenJS Presentation</dc:subject>
  <dc:creator>HCI 2</dc:creator>
  <cp:lastModifiedBy>Joshua Valencia</cp:lastModifiedBy>
  <cp:revision>4</cp:revision>
  <dcterms:created xsi:type="dcterms:W3CDTF">2026-07-09T04:02:26Z</dcterms:created>
  <dcterms:modified xsi:type="dcterms:W3CDTF">2026-07-09T04:09:06Z</dcterms:modified>
</cp:coreProperties>
</file>